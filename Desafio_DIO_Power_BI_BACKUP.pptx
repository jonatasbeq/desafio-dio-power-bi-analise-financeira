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por Produto.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Mensais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Preço Médio de Venda por Produto.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Vendas Totais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Participação do 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totais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Evolução do Lucro por Ano e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Participação do 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Total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e Unidades Vendidas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cc43fec1-57c3-4e81-9c33-1b3347acfd51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716713b01a74f40" /><Relationship Type="http://schemas.openxmlformats.org/officeDocument/2006/relationships/slideLayout" Target="/ppt/slideLayouts/slideLayout8.xml" Id="R597468b0999a4bc2" /><Relationship Type="http://schemas.openxmlformats.org/officeDocument/2006/relationships/hyperlink" Target="https://app.powerbi.com/groups/me/reports/cc43fec1-57c3-4e81-9c33-1b3347acfd51/?pbi_source=PowerPoint" TargetMode="External" Id="RelId0" /><Relationship Type="http://schemas.openxmlformats.org/officeDocument/2006/relationships/image" Target="/ppt/media/image4.png" Id="imgId1056247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d49f23ed1b7f426c" /><Relationship Type="http://schemas.openxmlformats.org/officeDocument/2006/relationships/slideLayout" Target="/ppt/slideLayouts/slideLayout8.xml" Id="Rfe358d4b28004546" /><Relationship Type="http://schemas.openxmlformats.org/officeDocument/2006/relationships/hyperlink" Target="https://app.powerbi.com/groups/me/reports/cc43fec1-57c3-4e81-9c33-1b3347acfd51/?pbi_source=PowerPoint" TargetMode="External" Id="RelId1" /><Relationship Type="http://schemas.openxmlformats.org/officeDocument/2006/relationships/image" Target="/ppt/media/image5.png" Id="imgId10562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e562f1c3b37b471b" /><Relationship Type="http://schemas.openxmlformats.org/officeDocument/2006/relationships/slideLayout" Target="/ppt/slideLayouts/slideLayout8.xml" Id="R43b27e12caa440cc" /><Relationship Type="http://schemas.openxmlformats.org/officeDocument/2006/relationships/hyperlink" Target="https://app.powerbi.com/groups/me/reports/cc43fec1-57c3-4e81-9c33-1b3347acfd51/?pbi_source=PowerPoint" TargetMode="External" Id="RelId2" /><Relationship Type="http://schemas.openxmlformats.org/officeDocument/2006/relationships/image" Target="/ppt/media/image6.png" Id="imgId105624741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Desafio_DIO_Power_BI_BACKUP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22/10/2026 00:54:21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22/10/2026 00:41:51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por Produto. ,Vendas Mensais por Segmento ,shape ,textbox ,Preço Médio de Venda por Produto. ,slicer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056247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Relatório de Vendas Considerando Produtos e Segmento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Vendas Totais por País ,Participação do Lucro por País ,Vendas totais ,Unidades vendidas ,textbox ,Evolução do Lucro por Ano e Mês ,shap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0562474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Relatório de Vendas Considerando Países e Lucro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articipação do Lucro por Segmento ,Lucro Total por País ,Vendas e Unidades Vendidas por País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056247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7625" y="0"/>
            <a:ext cx="120777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Análise Geográfica e Lucro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